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 showGuides="1">
      <p:cViewPr varScale="1">
        <p:scale>
          <a:sx n="124" d="100"/>
          <a:sy n="124" d="100"/>
        </p:scale>
        <p:origin x="-1512" y="-112"/>
      </p:cViewPr>
      <p:guideLst>
        <p:guide orient="horz" pos="2131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914400" y="-914400"/>
            <a:ext cx="2743200" cy="274320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058400" y="4572000"/>
            <a:ext cx="3657600" cy="36576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-1828800"/>
            <a:ext cx="1828800" cy="182880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371600" y="2560320"/>
            <a:ext cx="1371600" cy="508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27432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MIMO Smart-NAS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84048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本地智能照片管理系统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75488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驱动 · 地图回忆 · 家庭共享 · 全平台支持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371600" y="5486400"/>
            <a:ext cx="1371600" cy="4114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5504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Java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5486400"/>
            <a:ext cx="1371600" cy="4114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017520" y="5504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Python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663440" y="5486400"/>
            <a:ext cx="1371600" cy="4114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63440" y="5504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Vue 3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5486400"/>
            <a:ext cx="1371600" cy="4114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09360" y="5504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Ollama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955279" y="5486400"/>
            <a:ext cx="1371600" cy="4114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955279" y="5504688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Qwen2.5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什么是 Smart-NAS？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基于 Java + Python + Vue 3 的本地智能照片管理系统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920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支持照片/视频上传与自动标签、EXIF GPS 解析、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地图回忆浏览、AI 对话、家庭共享、图书管理、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2918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文件存储，以及完整的 RBAC 权限管理。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749039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微软雅黑" panose="020B0503020204020204" charset="-122"/>
              </a:defRPr>
            </a:pPr>
          </a:p>
        </p:txBody>
      </p:sp>
      <p:sp>
        <p:nvSpPr>
          <p:cNvPr id="10" name="TextBox 9"/>
          <p:cNvSpPr txBox="1"/>
          <p:nvPr/>
        </p:nvSpPr>
        <p:spPr>
          <a:xfrm>
            <a:off x="914400" y="42062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通过本地 Ollama 运行 Qwen2.5 大模型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66344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实现 AI 图片分析和智能对话。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0" y="1097280"/>
            <a:ext cx="4114800" cy="10972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0" y="12344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🤖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1234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AI 智能分析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1645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本地大模型自动识别标签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0" y="2468880"/>
            <a:ext cx="4114800" cy="10972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0" y="26060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6060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地图回忆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0175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GPS 定位照片地图浏览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0" y="3840480"/>
            <a:ext cx="4114800" cy="10972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589520" y="39776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👨‍👩‍👧‍👦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39776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家庭共享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0" y="43891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多人协作共享照片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0" y="5212080"/>
            <a:ext cx="4114800" cy="10972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589520" y="5349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29600" y="53492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数据安全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0" y="5760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全部本地存储，隐私无忧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核心功能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智能照片管理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上传、标签、搜索、回收站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支持批量操作和自动标签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146304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视频管理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视频上传、在线播放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支持下载和家庭共享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146304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67512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地图回忆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7512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ECharts 中国地图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GPS 定位，城市级照片浏览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235440" y="146304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509760" y="16459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🤖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09760" y="224028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AI 对话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09760" y="265176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多轮对话、模型切换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09760" y="297180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提示词管理、记忆系统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02336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0584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👨‍👩‍👧‍👦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584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家庭共享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0584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创建家庭、邀请成员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0584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照片/视频/文件共享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566160" y="402336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84048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📁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84048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文件存储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任意文件上传下载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84048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分类管理，支持全格式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400800" y="402336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67512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📚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67512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图书管理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67512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电子书上传阅读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公共书库 + 个人书架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9235440" y="4023360"/>
            <a:ext cx="2560320" cy="21945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509760" y="420624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🔐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509760" y="48006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RBAC 权限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509760" y="521208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用户-角色-权限三级管理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509760" y="5532120"/>
            <a:ext cx="2011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目录/菜单/按钮精细控制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能力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5087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🔍 图片智能分析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Qwen2.5vl 视觉模型自动识别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31720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37744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💬 AI 智能对话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697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多轮对话、上下文记忆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00400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32461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🏷️ 自动标签推荐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3566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上传照片自动分析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69079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411479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📝 水印识别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05840" y="4434839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识别照片水印中的经纬度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937760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05840" y="498348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👤 人脸聚类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530352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自动识别照片中的人脸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5806440"/>
            <a:ext cx="5029200" cy="7315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585216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🎨 场景打标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6172200"/>
            <a:ext cx="4572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聚会、旅行、证件、票据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46304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AI 服务架构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132320" y="2103120"/>
            <a:ext cx="3657600" cy="59436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15200" y="217627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Vue 3 前端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217627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端口 5173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26060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32320" y="2926079"/>
            <a:ext cx="3657600" cy="59436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315200" y="299923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01200" y="299923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端口 8080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0" y="342899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0" y="3749039"/>
            <a:ext cx="3657600" cy="59436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0" y="3822191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Java Business Service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01200" y="3822191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端口 8081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686800" y="4251959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132320" y="4572000"/>
            <a:ext cx="3657600" cy="59436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15200" y="464515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Python FastAPI AI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601200" y="464515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端口 8000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686800" y="507492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↓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7132320" y="5394960"/>
            <a:ext cx="3657600" cy="594360"/>
          </a:xfrm>
          <a:prstGeom prst="roundRect">
            <a:avLst/>
          </a:prstGeom>
          <a:solidFill>
            <a:srgbClr val="15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315200" y="5468112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Ollama + Qwen2.5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601200" y="5468112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端口 11434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地图回忆 · 照片时光机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4630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🗺️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14630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ECharts 中国地图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645920" y="18105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精确到市级，直观展示照片拍摄地点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3317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233172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GPS 自动解析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67919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上传照片自动提取 EXIF GPS 坐标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20040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🏙️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45920" y="32004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城市统计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354787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按城市分组浏览，点击城市查看照片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4069079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📅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069079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时间线浏览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645920" y="4416551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按年/月/日生成时间线回忆视图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9377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🔍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93776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智能搜索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28523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自然语言搜索：去年夏天在海边的照片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80644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🖼️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5806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全屏预览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6153912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支持滚轮缩放、键盘切换、全屏查看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0" y="1371600"/>
            <a:ext cx="5029200" cy="502920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75120" y="155448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📸 照片回忆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21031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点击地图上的城市，查看该城市的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5120" y="2468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所有照片，支持分页浏览</a:t>
            </a:r>
          </a:p>
        </p:txBody>
      </p:sp>
      <p:sp>
        <p:nvSpPr>
          <p:cNvPr id="26" name="Oval 25"/>
          <p:cNvSpPr/>
          <p:nvPr/>
        </p:nvSpPr>
        <p:spPr>
          <a:xfrm>
            <a:off x="7772400" y="228600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01000" y="22402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北京</a:t>
            </a:r>
          </a:p>
        </p:txBody>
      </p:sp>
      <p:sp>
        <p:nvSpPr>
          <p:cNvPr id="28" name="Oval 27"/>
          <p:cNvSpPr/>
          <p:nvPr/>
        </p:nvSpPr>
        <p:spPr>
          <a:xfrm>
            <a:off x="9144000" y="365760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372600" y="36118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上海</a:t>
            </a:r>
          </a:p>
        </p:txBody>
      </p:sp>
      <p:sp>
        <p:nvSpPr>
          <p:cNvPr id="30" name="Oval 29"/>
          <p:cNvSpPr/>
          <p:nvPr/>
        </p:nvSpPr>
        <p:spPr>
          <a:xfrm>
            <a:off x="8686800" y="384048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15400" y="379476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杭州</a:t>
            </a:r>
          </a:p>
        </p:txBody>
      </p:sp>
      <p:sp>
        <p:nvSpPr>
          <p:cNvPr id="32" name="Oval 31"/>
          <p:cNvSpPr/>
          <p:nvPr/>
        </p:nvSpPr>
        <p:spPr>
          <a:xfrm>
            <a:off x="7315200" y="411480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543800" y="40690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成都</a:t>
            </a:r>
          </a:p>
        </p:txBody>
      </p:sp>
      <p:sp>
        <p:nvSpPr>
          <p:cNvPr id="34" name="Oval 33"/>
          <p:cNvSpPr/>
          <p:nvPr/>
        </p:nvSpPr>
        <p:spPr>
          <a:xfrm>
            <a:off x="8961120" y="502920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89720" y="498348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广州</a:t>
            </a:r>
          </a:p>
        </p:txBody>
      </p:sp>
      <p:sp>
        <p:nvSpPr>
          <p:cNvPr id="36" name="Oval 35"/>
          <p:cNvSpPr/>
          <p:nvPr/>
        </p:nvSpPr>
        <p:spPr>
          <a:xfrm>
            <a:off x="9326880" y="4846320"/>
            <a:ext cx="182880" cy="18288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555480" y="4800600"/>
            <a:ext cx="914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深圳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技术栈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45720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210312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Vue 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渐进式框架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3154679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2461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Vite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11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极速构建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420624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Element Plus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UI 组件库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25780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ECharts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715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数据可视化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29000" y="1463040"/>
            <a:ext cx="2560320" cy="45720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后端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429000" y="210312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611880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Spring Boot 3.2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11880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微服务框架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429000" y="3154679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11880" y="32461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11880" y="3611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API 网关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429000" y="420624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11880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MyBatis-Plus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11880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ORM 框架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429000" y="525780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611880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Nacos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5715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注册中心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309359" y="1463040"/>
            <a:ext cx="2560320" cy="45720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59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AI 服务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309359" y="210312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92239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Python FastAPI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92239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接口服务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309359" y="3154679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92239" y="32461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Ollama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92239" y="3611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本地模型推理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309359" y="420624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492239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Qwen2.5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92239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对话模型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309359" y="525780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492239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Qwen2.5vl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39" y="5715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视觉模型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9189719" y="1463040"/>
            <a:ext cx="2560320" cy="45720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189719" y="1481328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基础设施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189719" y="210312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599" y="219456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MySQL 8.0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372599" y="256032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关系数据库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189719" y="3154679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372599" y="324611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Redis 7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9372599" y="3611879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缓存 &amp; JWT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9189719" y="420624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372599" y="429768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Docker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72599" y="46634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容器化部署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9189719" y="5257800"/>
            <a:ext cx="2560320" cy="8686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372599" y="534924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RabbitMQ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372599" y="5715000"/>
            <a:ext cx="21945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消息队列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系统架构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005840"/>
            <a:ext cx="1828800" cy="3810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371600" cy="731520"/>
          </a:xfrm>
          <a:prstGeom prst="round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用户层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560320" y="141732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9748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PC 浏览器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0" y="141732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62356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手机浏览器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12480" y="141732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49640" y="15087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移动端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377440"/>
            <a:ext cx="1371600" cy="731520"/>
          </a:xfrm>
          <a:prstGeom prst="round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25146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前端层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560320" y="242316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9748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Vue 3 + Element Plus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0" y="242316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2356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ECharts 地图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412480" y="242316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49640" y="2514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i18n 国际化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383280"/>
            <a:ext cx="1371600" cy="731520"/>
          </a:xfrm>
          <a:prstGeom prst="roundRect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1520" y="3520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网关层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2560320" y="342900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9748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Spring Cloud Gateway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0" y="342900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23560" y="352044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JWT 鉴权 · 路由转发 · 跨域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389120"/>
            <a:ext cx="1371600" cy="731520"/>
          </a:xfrm>
          <a:prstGeom prst="round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31520" y="4526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服务层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2560320" y="443484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9748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Business Service (8081)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486400" y="443484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23560" y="452628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Service (8000)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31520" y="5394960"/>
            <a:ext cx="1371600" cy="731520"/>
          </a:xfrm>
          <a:prstGeom prst="roundRect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31520" y="55321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数据层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560320" y="544068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9748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MySQL 8.0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486400" y="544068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2356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Redis 7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8412480" y="544068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49640" y="553212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Ollama Qwen2.5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2560320" y="6126480"/>
            <a:ext cx="2560320" cy="64008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697480" y="630936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本地文件系统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188720" y="219456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↕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188720" y="32004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↕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188720" y="420624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↕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88720" y="521208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↕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功能全景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822960"/>
            <a:ext cx="1828800" cy="38100"/>
          </a:xfrm>
          <a:prstGeom prst="rect">
            <a:avLst/>
          </a:prstGeom>
          <a:solidFill>
            <a:srgbClr val="FF9F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📸 照片管理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 · 标签 · 搜索 · 回收站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764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标签 · 批量操作 · 全屏预览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37560" y="10972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2044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🎬 视频管理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 · 播放 · 下载 · 共享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20440" y="1764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批量删除 · 搜索筛选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0972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🗺️ 照片回忆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ECharts 地图 · GPS 定位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1764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城市浏览 · 时间线视图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098280" y="10972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281160" y="11704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🤖 AI 对话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281160" y="15087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多轮对话 · 模型切换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81160" y="17647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提示词管理 · 记忆系统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24688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👨‍👩‍👧‍👦 家庭共享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创建家庭 · 邀请成员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3136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照片共享 · 权限管理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337560" y="24688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2044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📁 文件存储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52044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任意文件 · 分类管理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520440" y="3136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上传下载 · 增删改查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17920" y="24688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📚 图书管理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电子书 · 在线阅读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0" y="3136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公共书库 · 个人书架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098280" y="24688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281160" y="25420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🔐 权限管理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281160" y="28803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RBAC 三级权限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281160" y="31363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用户 · 角色 · 目录 · 菜单 · 按钮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38404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4008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📊 仪表盘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" y="4251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数据统计 · 最近照片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40080" y="4507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城市分布 · 用户数据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337560" y="38404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52044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🏷️ 标签管理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20440" y="4251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标签 CRUD · 分类管理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520440" y="4507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颜色标识 · 分页查询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217920" y="38404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640080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🏙️ 城市管理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4251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城市统计 · 照片关联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00800" y="4507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增删改查 · 中英文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98280" y="38404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281160" y="39136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♻️ 回收站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281160" y="42519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照片恢复 · 永久删除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281160" y="45079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自定义保留天数 · 定时清理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2120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640080" y="5285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👥 好友系统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5623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搜索添加 · 请求审批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40080" y="5879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好友可见性控制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3337560" y="52120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3520440" y="5285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📋 操作日志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20440" y="5623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全操作记录 · 管理员查看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520440" y="5879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搜索筛选 · 下拉选择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6217920" y="52120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6400800" y="5285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⚙️ 系统设置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5623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主题切换 · 中英文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6400800" y="5879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模型管理 · 存储配置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9098280" y="5212080"/>
            <a:ext cx="2651760" cy="118872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281160" y="528523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👤 个人资料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9281160" y="5623560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修改信息 · 更换头像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9281160" y="5879592"/>
            <a:ext cx="22860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个性化提示词 · 角色设置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0" y="-914400"/>
            <a:ext cx="2743200" cy="274320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457200" y="4572000"/>
            <a:ext cx="1828800" cy="1828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914400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rPr lang="zh-CN"/>
              <a:t>与</a:t>
            </a:r>
            <a:r>
              <a:t> MIMO Code 构建</a:t>
            </a:r>
          </a:p>
        </p:txBody>
      </p:sp>
      <p:sp>
        <p:nvSpPr>
          <p:cNvPr id="5" name="Rectangle 4"/>
          <p:cNvSpPr/>
          <p:nvPr/>
        </p:nvSpPr>
        <p:spPr>
          <a:xfrm>
            <a:off x="914400" y="1097280"/>
            <a:ext cx="1828800" cy="38100"/>
          </a:xfrm>
          <a:prstGeom prst="rect">
            <a:avLst/>
          </a:prstGeom>
          <a:solidFill>
            <a:srgbClr val="00E6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整个项目由 MIMO Code（AI 编程助手）从零开始构建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5603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20+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需求迭代轮次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5603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100+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功能点实现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863840" y="25603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863840" y="27432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6B9D"/>
                </a:solidFill>
                <a:latin typeface="微软雅黑" panose="020B0503020204020204" charset="-122"/>
              </a:defRPr>
            </a:pPr>
            <a:r>
              <a:t>17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63840" y="33832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前端页面组件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14400" y="43891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572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14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REST 控制器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43891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89120" y="4572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9F43"/>
                </a:solidFill>
                <a:latin typeface="微软雅黑" panose="020B0503020204020204" charset="-122"/>
              </a:defRPr>
            </a:pPr>
            <a:r>
              <a:t>25+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38912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数据库表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863840" y="4389120"/>
            <a:ext cx="3017520" cy="146304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63840" y="4572000"/>
            <a:ext cx="3017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863840" y="521208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微服务模块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772400" y="1371600"/>
            <a:ext cx="3657600" cy="1097280"/>
          </a:xfrm>
          <a:prstGeom prst="roundRect">
            <a:avLst/>
          </a:prstGeom>
          <a:solidFill>
            <a:srgbClr val="2A1A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0" y="14630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7B2FFF"/>
                </a:solidFill>
                <a:latin typeface="微软雅黑" panose="020B0503020204020204" charset="-122"/>
              </a:defRPr>
            </a:pPr>
            <a:r>
              <a:t>🚀 MIMO Code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19202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AI 驱动的全栈开发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14400" y="914400"/>
            <a:ext cx="2286000" cy="22860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144000" y="4114800"/>
            <a:ext cx="3200400" cy="3200400"/>
          </a:xfrm>
          <a:prstGeom prst="ellipse">
            <a:avLst/>
          </a:prstGeom>
          <a:solidFill>
            <a:srgbClr val="7B2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0" y="-914400"/>
            <a:ext cx="1828800" cy="1828800"/>
          </a:xfrm>
          <a:prstGeom prst="ellipse">
            <a:avLst/>
          </a:prstGeom>
          <a:solidFill>
            <a:srgbClr val="FF6B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1828800"/>
            <a:ext cx="121916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微软雅黑" panose="020B0503020204020204" charset="-122"/>
              </a:defRPr>
            </a:pPr>
            <a:r>
              <a:t>MIMO Smart-NAS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0" y="2926080"/>
            <a:ext cx="1219169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  <a:latin typeface="微软雅黑" panose="020B0503020204020204" charset="-122"/>
              </a:defRPr>
            </a:pPr>
            <a:r>
              <a:t>本地智能 · AI 驱动 · 家庭共享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4114800"/>
            <a:ext cx="121916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B0B0C0"/>
                </a:solidFill>
                <a:latin typeface="微软雅黑" panose="020B0503020204020204" charset="-122"/>
              </a:defRPr>
            </a:pPr>
            <a:r>
              <a:t>感谢关注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094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94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Java 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9810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810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Spring Boot 3.2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526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3526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Vue 3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7242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242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Python FastAPI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0958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958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Ollama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4674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4674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Qwen2.5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390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390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MySQL 8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0210647" y="5029200"/>
            <a:ext cx="1280160" cy="365760"/>
          </a:xfrm>
          <a:prstGeom prst="roundRect">
            <a:avLst/>
          </a:prstGeom>
          <a:solidFill>
            <a:srgbClr val="1E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10647" y="5047488"/>
            <a:ext cx="1280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00E696"/>
                </a:solidFill>
                <a:latin typeface="微软雅黑" panose="020B0503020204020204" charset="-122"/>
              </a:defRPr>
            </a:pPr>
            <a:r>
              <a:t>Redis 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2198</Words>
  <Application>WPS 演示</Application>
  <PresentationFormat>On-screen Show (4:3)</PresentationFormat>
  <Paragraphs>506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黄嫱</cp:lastModifiedBy>
  <cp:revision>4</cp:revision>
  <dcterms:created xsi:type="dcterms:W3CDTF">2013-01-27T09:14:00Z</dcterms:created>
  <dcterms:modified xsi:type="dcterms:W3CDTF">2026-07-26T16:03:36Z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125B29C4EA4C41DCBFDC687051E9D9C1_12</vt:lpwstr>
  </property>
</Properties>
</file>